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7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Data Analysis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MySQL Analytics  ·  Business Intelligence  ·  Portfolio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e-commerce analysis using window functions,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time-series metrics, and customer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project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goals and value delivered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and repository organization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Domains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and analysis themes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MySQL concepts applied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Insights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example outputs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Next Steps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and future enhancements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Delivers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SQL analytics pipeline on e-commerce transaction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73152" cy="123444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Queries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Business-focused analytical questions covering KPIs, trends, retention, rankings and more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73152" cy="123444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SQL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functions, CTEs, LAG, rolling averages, conditional aggregation and rankings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2336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73152" cy="123444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Structure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files: schema, loading, exploration and analysis scripts ready for GitHub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2336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34640"/>
            <a:ext cx="73152" cy="123444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Ready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documentation designed for interviews and personal branding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Shopverse Records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e-commerce data with rich customer and product attributes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420624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37160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OrderDate, OrderStatus, Quantity, TotalAmount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84708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CustomerName, City, State, Country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8412480" cy="420624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225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3225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ProductID, ProductName, Category, Brand, UnitPrice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980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79806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Discount, Tax, ShippingCost, PaymentMethod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8412480" cy="420624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735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27355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SellerID and related performance metrics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Range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74904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data including 2023–2024 transactions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&amp; Modular Project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clarity, maintainability and professional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420624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schema.sql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creation, table definition, constraints &amp; performance indexes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data_loading.sql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847088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CSV import with post-load validation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8412480" cy="420624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225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exploration.sql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322576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profiling, null checks, sample inspection &amp; quality assessment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980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798064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advanced business intelligence queries (core of the project)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8412480" cy="420624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73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273552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documentation, setup guide and business context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74904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for exported query outputs and sample findings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Analysis Domains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organized into clear analytical themes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81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order volume, AOV, units sold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74320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581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customers, sellers,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74320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581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trends, YoY growth, peak days, rolling averages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74320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value, retention (2023 vs 2024)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74320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contribution, shipping cost comparison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74320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Returns/cancellations, discounts, payment methods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SQL Techniques Applied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beyond basic SELECT statements into professional analytics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73152" cy="38404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DENSE_RANK, LAG, running totals, 3-month rolling averages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73152" cy="38404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470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Table Expressions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847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for readable multi-step logic and yearly comparisons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73152" cy="38404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225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3225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for retention analysis and status-based metrics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73152" cy="38404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98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7980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growth, monthly trends, day-of-week 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73152" cy="38404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2735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OrderDate, CustomerID, Category, Country, SellerID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73152" cy="38404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749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scanning, row counts, date range validation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Questions Answered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the analytical problems solved in this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revenue, order count and average order value across the entire dataset?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 the Top 10 products by revenue and units sold?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939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939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monthly revenue trend in 2023, and what is the YoY growth rate?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spent the most, and who returned in both 2023 and 2024?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8620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8620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return / cancellation rate by category?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 of the week shows the highest average order value?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6301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cumulative revenue grow month over month?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0142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0142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3-month rolling average revenue?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ENVIRONMENT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environment used to build and run the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 engine with full support for window functions and CTEs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interface for writing, testing and executing queries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.sql files for schema, loading, exploration and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professional project presentation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transactional data loaded via LOAD DATA INFILE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74320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and documentation written for clarity and readability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Run the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step-by-step process to execute the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19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schema.sql to create the database and optimized table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450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CSV in the secure upload directory and execute data_loading.sql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182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exploration.sql to validate row counts, nulls and data quality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913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analysis.sql to generate all business intelligence insights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GROWTH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strengthened practical SQL proficiency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447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MySQL Mastery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007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writing production-style analytical queries rather than textbook examples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8412480" cy="64008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73152" cy="64008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762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Thinking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323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business questions into precise SQL logic and interpreting results for decision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64008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73152" cy="64008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077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Techniques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163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use of window functions, CTEs, lag calculations and multi-condition filtering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64008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66160"/>
            <a:ext cx="73152" cy="64008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393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Discipline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8953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scripts modularly, documenting work and preparing a clean GitHub repository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  ·  SQL Portfolio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2011680"/>
            <a:ext cx="1828800" cy="36576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Shopverse Records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Analysis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project focused on growing practical SQL skills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MySQL through real-world e-commerce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965</Words>
  <Application>Microsoft Office PowerPoint</Application>
  <PresentationFormat>On-screen Show (16:9)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Shopverse Records — SQL Data Analysis</dc:title>
  <dc:subject>Professional MySQL Analytics Project</dc:subject>
  <dc:creator>SQL Portfolio Project</dc:creator>
  <cp:lastModifiedBy>manojkumarkofficial@gmail.com</cp:lastModifiedBy>
  <cp:revision>2</cp:revision>
  <dcterms:created xsi:type="dcterms:W3CDTF">2026-07-26T18:26:00Z</dcterms:created>
  <dcterms:modified xsi:type="dcterms:W3CDTF">2026-07-26T18:33:57Z</dcterms:modified>
</cp:coreProperties>
</file>